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three problems from STAC WARS. For each one we will say what we did, but mostly why we did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constraints: two stages, 1 kg payload, 4000 m, and very different air. Then explain the thinking: booster for a fast start, sustainer for the rest, two 0.5 kg masses because of the OpenRocket limit, ballast to fine-tune apogee. Body material is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requirement ticks. Be upfront about the high-speed deployment warning: the wind tilts the rocket, so it is still moving sideways at apogee. It is not a mission requirement, and we would reinforce the shock cord on a real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each effect separately instead of just asserting it. Read one row per change. Key message: the effects are not additive, and our explanation is that low gravity and thin hot air reinforce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file had date and time in separate columns, so we fixed that first because everything else depends on it. Explain the code in one sentence: it joins the date and the clock time into one datetime.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we made both per-day and whole-data plots. Then the four findings. Stress that temperature is a sign of strong sunshine, not the cause, and that the low averages on 8 and 9 September are missing data, not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words: groupby gives one line per day, idxmax finds the brightest reading, subtracting sunrise gives the time after sunrise, sorting gives the top 5. The peak was 1601 W/m² on 4 September, 6 h 07 min after sunrise.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dip means a planet: repeating at equal gaps is hard to explain any other way. We average gaps to smooth errors, and we treated the odd 30 d gap on STAC-3 as an anomaly because sampling is sparse. Mention the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the dip is a ratio of areas, so depth is the radius ratio squared. Orbit: Kepler’s third law turns period and star mass into distance. Both rest on the assumptions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spreads over a sphere, so a dimmer star needs a closer habitable zone. The deviance factor says by what fraction a planet misses that distance. Smaller is better. All three orbit inside their zone, so they run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evidence for STAC-3: nearest the habitable zone, Earth-like temperature, likely rocky. Then be honest about the caution, and explain why spectroscopy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problem: the rocket flew and we understand why, the sun follows a midday pattern, and STAC-3 is our best bet for a new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TAC WARS · MAY THE CODE BE WITH YOU HOUSE ATREIDES Three problems, one team. Here is what we built and, more importantly, why we made each choice. PS1 · Operation Ember Ascent Two-stage rocket for Mustafar, apogee 4000 m PS2 · Voyage-123 Solar radiation: plots, inferences, day-wise report PS3 · Operation Dim Star Exoplanet hunting with transit dat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PS1 · Rocket for Mustafar The challenge Two-stage sounding rocket, vertical launch 1 kg payload, apogee 4000 ± 100 m Mustafar: 6.5 m/s², 75 kPa, 700 K, 10 m/s wind All limits at once: length, impulse, mass, chutes, 4–8 m/s descent Our design (aluminium) Item Value Motors 683J250-15A + I229T Impulse ~1097 N·s (max 2800) Liftoff mass 4.47 kg (max 15) Length 932 mm (max 2200) Payload 2 × 0.5 kg + 0.25 kg ballast Recovery Two 1.5 m nylon chutes Why this design: a punchy booster gets us moving fast and a gentler sustainer carries the payload. OpenRocket caps each mass at 500 g, so the payload is two 0.5 kg masses, and a separate 0.25 kg ballast let us tune apogee without redesigning the rocket. House Atreides · STAC WARS · PS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PS1 · Requirement check Requirement Target Mustafar result Apogee 3900–4100 m 4090 m ✓ Payload mass 0.95–1.05 kg 1.00 kg ✓ Length ≤ 2200 mm 932 mm ✓ Total impulse ≤ 2800 N·s ~1097 N·s ✓ Chutes at apogee At apogee 38.4 s, 4090 m ✓ Descent speed 4–8 m/s 5.42 m/s ✓ Total mass ≤ 15 kg 4.47 kg ✓ One warning we chose to explain, not hide: OpenRocket flags “deployment at high speed”. The 10 m/s wind tilts the rocket, so at apogee it is still drifting sideways at about 51 m/s. It is not a mission requirement, but a real build would need a strong shock cord. House Atreides · STAC WARS · PS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PS1 · Earth vs Mustafar Run (one change at a time) Apogee (m) Descent (m/s) Landing drift (m) Earth baseline 2365 3.73 922 Gravity only (6.5) 3436 3.04 1777 Pressure only (75 kPa) 2512 4.33 772 Temperature only (700 K) 2721 5.73 670 Wind only (10 m/s) 1934 3.73 3500 Full Mustafar 4090 5.42 5759 We did not want to just claim these effects, so we treated each as a hypothesis: same rocket, one change at a time. All of them held. The interesting part is that they do not add up: single changes sum to +1143 m, but the full run gives +1725 m. We think low gravity and thin hot air reinforce each other, since a rocket that climbs longer spends more time fast in low-drag air. House Atreides · STAC WARS · PS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PS2 · Data and approach Voyage-123 probe log: 32,686 readings over 118 dates (1 Sep – 31 Dec 2016), one reading about every 5 minutes: radiation, temperature, pressure, humidity, wind and sunrise/sunset. Step 1: build a proper datetime column The Data column holds only the date and Time holds the clock time, so we joined them (same for sunrise and sunset). df[&quot;Date&quot;] = pd.to_datetime(df[&quot;Data&quot;], format=&quot;%m/%d/%Y %I:%M:%S %p&quot;).dt.normalize() df[&quot;Datetime&quot;] = pd.to_datetime(df[&quot;Date&quot;].dt.strftime(&quot;%Y-%m-%d&quot;) + &quot; &quot; + df[&quot;Time&quot;]) df[&quot;Sunrise&quot;] = pd.to_datetime(df[&quot;Date&quot;].dt.strftime(&quot;%Y-%m-%d&quot;) + &quot; &quot; + df[&quot;TimeSunRise&quot;]) Our plan: look first (A plots), ask what the plots say (B inferences), then boil it down to one tidy line per day (C). Tools: pandas, NumPy, matplotlib. House Atreides · STAC WARS · PS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PS2 · Plots and inferences Why we plotted twice: plot_day() draws 6 panels for each of the 118 dates, but one day cannot show trends across months, so we added whole-data plots (heatmaps, box plots, hourly averages) too. Highest at midday 12:00 averages 727.5 W/m²; night is about 1.4 W/m². Temperature matters most Correlation +0.73, strongest on 104 of 118 days. A sign of strong sunshine, not the cause. Bright means warm and drier Daytime: temperature +0.63, humidity −0.39. Outliers 1601 W/m² on 4 Sep tops the ~1,360 at the atmosphere’s edge: a cloud-gap burst or sensor spike? 8–9 Sep look dull due to missing data. Bonus insight: mean radiation is 207.125 W/m², yet only 31.1% of readings exceed it, because 52.2% of readings are at night. Daytime mean is 432.1 W/m². House Atreides · STAC WARS · PS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PS2 · Part C: solar day report daily = df.groupby(&quot;Date&quot;)[&quot;Radiation&quot;].agg(Max_Radiation=&quot;max&quot;, Avg_Radiation=&quot;mean&quot;) peak = df.loc[df[&quot;Radiation&quot;].idxmax()] after_sunrise = peak[&quot;Datetime&quot;] - peak[&quot;Sunrise&quot;] top5 = daily.sort_values(&quot;Avg_Radiation&quot;, ascending=False).head(5) Peak day 4 Sep 2016, 12:15:04: 1601.26 W/m² 61 °F, 93% humidity, 9.0 mph wind 6 h 07 min after sunrise (49% of the 12 h 27 min day) About 6 min before the sunrise–sunset midpoint, as expected, but 93% humidity makes us read it as a short spike Top 5 days by average Day Avg Max 19 Sep 335.50 1085.75 2 Sep 333.47 1062.01 22 Sep 325.52 1053.17 25 Sep 319.92 1075.29 28 Sep 312.40 1029.30 House Atreides · STAC WARS · PS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PS3 · Why a dip means a planet When a planet crosses in front of its star it blocks a little starlight, so the star’s brightness drops slightly. This is the transit method. Repeats at equal gaps A single dip could be noise. Dips that come back after equal gaps are hard to explain without an orbiting planet. Period = average gap Averaging the gaps smooths small errors. The telescope samples sparsely, so a dip can be missed; STAC-3’s odd 30 d gap was treated as an anomaly. Depth = blocked light δ = (F_normal − F_transit) / F_normal is the fraction of starlight the planet blocks. Assumptions: circular orbit seen edge-on, planet much lighter than its star, star is a uniformly bright disk, and every dip is caused by a planet. All three stars showed repeating dips, so each has a planet. House Atreides · STAC WARS · PS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PS3 · Size and orbit: the physics Planet size δ ≈ (Rp / Rs)² Rp = Rs · √δ The dip is the planet’s disk area divided by the star’s disk area, and area grows with radius squared. We compare Rp with Earth’s radius to call it Earth-sized, Super-Earth, Neptune-sized or Jupiter-sized. Orbital distance P² = a³ / M a = (P² · M)^(1/3) Kepler’s third law links period to distance. A heavier star pulls harder, so the orbit is faster at the same distance. Since the planet is far lighter than the star, only the star’s mass matters. P in years, a in AU. Result: STAC-1 planet is Neptune-sized and very close (0.05 AU); STAC-2 and STAC-3 planets are Super-Earths at 0.34 AU and 0.18 AU. House Atreides · STAC WARS · PS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PS3 · Habitable zone and deviance Habitable-zone distance d_HZ ≈ √(L / L☉) AU Starlight spreads over a sphere, so brightness falls as 1 / distance². A dimmer star needs a closer orbit to give Earth-like light, so d_HZ grows as √L. Deviance factor D = (d_HZ − a) / d_HZ The fraction by which the orbit misses the habitable-zone distance. Smaller D means closer to the zone and a better chance of liquid water. All three planets orbit inside their zone, so they run hot. 0.949 STAC-1 d_HZ = 1 AU 0.467 STAC-2 d_HZ = 0.632 AU 0.351 STAC-3 d_HZ = 0.28 AU Temperature check: T = Ts · √(Rs / 2a). A closer orbit or hotter star gives a hotter planet. House Atreides · STAC WARS · PS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PS3 · Why STAC-3 is our pick Nearest the habitable zone D = 0.351 is the lowest. The nearer the zone, the better the chance of liquid water. Earth-like temperature About 31 °C against Earth’s 15 °C. The other planets are about 99 °C and about 1,000 °C, too hot for liquid water. Likely rocky At 1.6 R⊕ it is only a little bigger than Earth. Larger planets (2.76 and about 6 R⊕) more likely carry thick gas envelopes. Caution Being in the habitable zone does not make a planet habitable. D and T come from simple assumptions. Next step: spectroscopy During a transit, starlight passes through the planet’s atmosphere and its gases absorb certain wavelengths. Repeating this over transits (every 40 d) would reveal water vapour, CO₂, methane or oxygen. House Atreides · STAC WARS · PS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Mission summary PS1 · Rocket Our rocket reaches 4090 m with every limit met. Testing one change at a time showed us why Mustafar flies so differently from Earth: lower gravity and thin hot air. PS2 · Solar The sun is a midday story that dims into December, and temperature is the best clue to it. For power planning we trust the daytime numbers, not the overall average. PS3 · Exoplanets All three stars hide a planet. The STAC-3 planet is the best bet for a home, and spectroscopy is how we would learn more. May the Code Be With Yo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Atreides – STAC WARS PS1·PS2·PS3</dc:title>
  <dc:subject/>
  <dc:creator/>
  <cp:lastModifiedBy/>
  <cp:revision>1</cp:revision>
  <dcterms:created xsi:type="dcterms:W3CDTF">2026-10-25T05:54:15Z</dcterms:created>
  <dcterms:modified xsi:type="dcterms:W3CDTF">2026-10-25T05:54:15Z</dcterms:modified>
</cp:coreProperties>
</file>